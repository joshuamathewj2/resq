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2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5967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E63946">
              <a:alpha val="12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91440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ResQ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Autonomous Emergency Response Agent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2971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· Reasoning · Action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B2D3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Joshua A 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  · 15 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That Costs Lives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916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Response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1792" y="290779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victims may be unconscious or incapable of calling for help — every minute increases mortality risk.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5087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9164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02152" y="290779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Sensor-only systems trigger on potholes, hard braking, or phone drops — destroying trust in automation.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5087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9164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08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382512" y="290779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apps ask 'Did a collision occur?' — never 'Does this person actually need immediate help?'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accidents cause 1.35 million deaths annually — rapid response is the #1 life-saving factor.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CREATIVITY  · 20 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ResQ: Verification-First Emergency AI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B2D3E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Systems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Did a collision occur?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ResQ asks: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443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Does this person actually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need immediate help?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794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fusing accelerometer data with live camera vision AI, ResQ understands the physical scene before acting — a closed perception loop no existing consumer app offers.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481328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82496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32120" y="1554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Sensor Fusion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32120" y="1938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system to combine IMU impact with AI vision verification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596896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798064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26700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AI Reasoning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32120" y="305409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Afferens Vision API interprets real-world scene context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754880" y="3712464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913632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32120" y="37856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532120" y="41696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Perceives → Reasons → Acts without human intervention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 · 20 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Perception Loop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B2D3E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153619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Accelerometer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motion monitoring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00784" y="2167128"/>
            <a:ext cx="173736" cy="0"/>
          </a:xfrm>
          <a:prstGeom prst="line">
            <a:avLst/>
          </a:prstGeom>
          <a:noFill/>
          <a:ln w="15240">
            <a:solidFill>
              <a:srgbClr val="9BB0C1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47088" y="146304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B2D3E"/>
          </a:solidFill>
          <a:ln w="19050">
            <a:solidFill>
              <a:srgbClr val="4CC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22576" y="1536192"/>
            <a:ext cx="384048" cy="38404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2257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92808" y="19933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Detect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92808" y="2395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threshold crossed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82112" y="2167128"/>
            <a:ext cx="173736" cy="0"/>
          </a:xfrm>
          <a:prstGeom prst="line">
            <a:avLst/>
          </a:prstGeom>
          <a:noFill/>
          <a:ln w="15240">
            <a:solidFill>
              <a:srgbClr val="9BB0C1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28416" y="146304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B2D3E"/>
          </a:solidFill>
          <a:ln w="19050">
            <a:solidFill>
              <a:srgbClr val="7209B7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03904" y="1536192"/>
            <a:ext cx="384048" cy="384048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0390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74136" y="19933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Activate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74136" y="2395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scene capture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167128"/>
            <a:ext cx="173736" cy="0"/>
          </a:xfrm>
          <a:prstGeom prst="line">
            <a:avLst/>
          </a:prstGeom>
          <a:noFill/>
          <a:ln w="15240">
            <a:solidFill>
              <a:srgbClr val="9BB0C1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9744" y="146304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B2D3E"/>
          </a:solidFill>
          <a:ln w="19050">
            <a:solidFill>
              <a:srgbClr val="E63946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85232" y="1536192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85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55464" y="19933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55464" y="2395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Afferens API analysis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44768" y="2167128"/>
            <a:ext cx="173736" cy="0"/>
          </a:xfrm>
          <a:prstGeom prst="line">
            <a:avLst/>
          </a:prstGeom>
          <a:noFill/>
          <a:ln w="15240">
            <a:solidFill>
              <a:srgbClr val="9BB0C1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91072" y="146304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B2D3E"/>
          </a:solidFill>
          <a:ln w="19050">
            <a:solidFill>
              <a:srgbClr val="FF6B6B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66560" y="1536192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6656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36792" y="19933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Reasoning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36792" y="2395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decision logic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626096" y="2167128"/>
            <a:ext cx="173736" cy="0"/>
          </a:xfrm>
          <a:prstGeom prst="line">
            <a:avLst/>
          </a:prstGeom>
          <a:noFill/>
          <a:ln w="15240">
            <a:solidFill>
              <a:srgbClr val="9BB0C1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72400" y="146304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B2D3E"/>
          </a:solidFill>
          <a:ln w="19050">
            <a:solidFill>
              <a:srgbClr val="2DC653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47888" y="1536192"/>
            <a:ext cx="384048" cy="38404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4788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18120" y="19933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Act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818120" y="2395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· GPS · Monitor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06324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102A1A"/>
          </a:solidFill>
          <a:ln w="1524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4360" y="30632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If safe detected → Cancel sequence, resume monitoring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80560" y="306324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2A1010"/>
          </a:solidFill>
          <a:ln w="1524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17720" y="306324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If emergency confirmed → Auto-call · Send GPS · Continuous monitor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4224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Native  ·  Afferens Vision API  ·  GPS / Accelerometer  ·  Autonomous Agent Logic  ·  Incident Timeline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 · 10 pts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0" y="182880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216B47"/>
          </a:solidFill>
          <a:ln w="12700">
            <a:solidFill>
              <a:srgbClr val="216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0" y="182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 · 10 pts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Crisis Moments</a:t>
            </a:r>
            <a:endParaRPr lang="en-US" sz="3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463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Zero-Touch UX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8288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— victims don't need to interact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6888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331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Status Screen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60120" y="26974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incident timeline: observations, decisions, actions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3756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200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Background Mode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0120" y="3566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battery drain while passively monitoring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0624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120" y="4069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GPS Sharing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960120" y="4434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sent to contacts + services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754880" y="14173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892040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Completeness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89204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Detection engine (accelerometer)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8920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Vision AI integration (Afferens API)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89204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Autonomous decision logic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892040" y="30723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Emergency contact system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892040" y="34198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 GPS location sharing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89204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Post-incident monitoring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89204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incident timeline log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89204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Explainable AI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IMPACT  · 15 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&amp; Real-World Impact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572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on motorcycle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048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ResQ runs silently in background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481328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9856" y="1572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50208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High-impact detected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9856" y="2048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crosses threshold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481328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2784" y="1572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03136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activates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2784" y="2048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captured without user action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15768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28072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2807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evaluates scene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282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Lying motionless vs. walking away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0128" y="2715768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19856" y="28072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950208" y="2807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19856" y="3282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or cancel — with reasons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3056" y="2715768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B2D3E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2784" y="28072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03136" y="2807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dispatched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72784" y="3282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Auto-call + GPS + ongoing monitoring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B2D3E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43525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accident deaths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97480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min matters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97480" y="43525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 = higher survival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false calls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43525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verification saves trust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03720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scale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03720" y="43525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smartphone, any road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2286000"/>
            <a:ext cx="7315200" cy="7315200"/>
          </a:xfrm>
          <a:prstGeom prst="ellipse">
            <a:avLst/>
          </a:prstGeom>
          <a:solidFill>
            <a:srgbClr val="E63946">
              <a:alpha val="7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64008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ResQ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914400" y="34564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right question saves lives.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4114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r>
              <a:rPr lang="en-US" sz="18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r>
              <a:rPr lang="en-US" sz="1800" dirty="0">
                <a:solidFill>
                  <a:srgbClr val="9BB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286000" y="466344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286000" y="4663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490</Words>
  <Application>Microsoft Office PowerPoint</Application>
  <PresentationFormat>On-screen Show (16:9)</PresentationFormat>
  <Paragraphs>109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ResQ – AI Emergency Response Agent</dc:title>
  <dc:subject>PptxGenJS Presentation</dc:subject>
  <dc:creator>PptxGenJS</dc:creator>
  <cp:lastModifiedBy>AEE-3 CC-MAINT</cp:lastModifiedBy>
  <cp:revision>2</cp:revision>
  <dcterms:created xsi:type="dcterms:W3CDTF">2026-06-27T11:45:09Z</dcterms:created>
  <dcterms:modified xsi:type="dcterms:W3CDTF">2026-06-27T14:42:33Z</dcterms:modified>
</cp:coreProperties>
</file>